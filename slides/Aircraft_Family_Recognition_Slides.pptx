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</c:v>
                </c:pt>
              </c:strCache>
            </c:strRef>
          </c:tx>
          <c:spPr>
            <a:solidFill>
              <a:srgbClr val="3B6F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5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MobileNetV2</c:v>
                  </c:pt>
                  <c:pt idx="1">
                    <c:v>ResNet18</c:v>
                  </c:pt>
                  <c:pt idx="2">
                    <c:v>EfficientNet-B0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78.04</c:v>
                </c:pt>
                <c:pt idx="1">
                  <c:v>77.02</c:v>
                </c:pt>
                <c:pt idx="2">
                  <c:v>79.96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Top-5</c:v>
                </c:pt>
              </c:strCache>
            </c:strRef>
          </c:tx>
          <c:spPr>
            <a:solidFill>
              <a:srgbClr val="8FB6E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5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MobileNetV2</c:v>
                  </c:pt>
                  <c:pt idx="1">
                    <c:v>ResNet18</c:v>
                  </c:pt>
                  <c:pt idx="2">
                    <c:v>EfficientNet-B0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93.52</c:v>
                </c:pt>
                <c:pt idx="1">
                  <c:v>91.84</c:v>
                </c:pt>
                <c:pt idx="2">
                  <c:v>94.06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A45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5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1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5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semester project  |  Muhammad Ishtiaq Haider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906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79.96%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top-1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30175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30906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94.06%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top-5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30906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families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aircraft-family-gradcam.vercel.app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name the aircraft family in a photo (70 classes)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Fine-grained: many families look alike, so small details decide the answer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question: does the model look at the aircraft or at the background?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accurate, honestly evaluated, explainable and deployed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051560"/>
            <a:ext cx="3749040" cy="3520440"/>
          </a:xfrm>
          <a:prstGeom prst="roundRect">
            <a:avLst>
              <a:gd name="adj" fmla="val 2078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6636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FGVC-Aircraft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645920"/>
            <a:ext cx="3337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public benchmark (Oxford VGG, 2013)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Family-level labels: 70 classes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split: 3,334 train / 3,333 val / 3,333 test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px copyright banner cropped off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to 224 x 224, ImageNet normalisation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Non-commercial research 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transfer learning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 M parameters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convolutions, very light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 M parameters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 M parameters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depth, width, resolution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6974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start from ImageNet weights; every layer is fine-tuned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(max lr 5e-4), OneCycle schedule, label smoothing 0.1, 20 epochs, batch 64, seed 42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random resized crop, horizontal flip, light colour jitter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protocol: model chosen on validation accuracy, test set evaluated once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the test 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selected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55448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79.96% top-1, 94.06% top-5, 78.21% macro F1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interval for top-1: 78.6% to 81.3%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78.64% vs test 79.96%: no selection overfitting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over ResNet18 (2.9 pts) beats the noise; over MobileNetV2 (1.9 pts) is suggestive, one run each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goes wrong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389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212080" y="109728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between close relatives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C-47 is the military DC-3, so that confusion is mostly a labelling ambiguity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777/767, MD-80/MD-90 and MD-11/DC-10 share a maker and similar layouts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flattens by about epoch 15 for all three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predictions with Grad-CAM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900" dirty="0"/>
          </a:p>
        </p:txBody>
      </p:sp>
      <p:pic>
        <p:nvPicPr>
          <p:cNvPr id="5" name="Image 0" descr="/mnt/user-data/uploads/gradcam_cor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7680960" cy="3063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sits on the aircraft body (fuselage, wings, engines), not on sky or ground; maps are coarse (7 x 7)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test, 300 images: hiding the most important 25% cuts true-class probability by 0.738, the least important 25% by only 0.007 (300 of 300 images)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limitations and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Family Recognition Using Deep Learning and Grad-CAM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model runs in the browser, no server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repo: code, weights, results, notebook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aircraft-family-gradcam.vercel.app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run, one seed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test on outside photos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'not an aircraft' option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x 224 squash loses fine detail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73A6B"/>
          </a:solidFill>
          <a:ln w="12700">
            <a:solidFill>
              <a:srgbClr val="17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reaches 79.96% top-1 and 94.06% top-5. Errors are close look-alikes, and Grad-CAM with a deletion test supports that the model looks at the aircraft.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Family Recognition Using Deep Learning and Grad-CAM</dc:title>
  <dc:subject>PptxGenJS Presentation</dc:subject>
  <dc:creator>Muhammad Ishtiaq Haider</dc:creator>
  <cp:lastModifiedBy>Muhammad Ishtiaq Haider</cp:lastModifiedBy>
  <cp:revision>1</cp:revision>
  <dcterms:created xsi:type="dcterms:W3CDTF">2026-10-30T02:17:39Z</dcterms:created>
  <dcterms:modified xsi:type="dcterms:W3CDTF">2026-10-30T02:17:39Z</dcterms:modified>
</cp:coreProperties>
</file>